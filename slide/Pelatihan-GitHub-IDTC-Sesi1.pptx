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peserta menyalakan laptop dan sudah punya akun GitHub (M2) sebelum sesi dimulai.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waktu ± 100 menit. Sisakan jeda 5-10 menit untuk pertanyaan di setiap dua modul.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tidak ada. Rujuk manual lengkap di panduan-github/modul/M1-*.md.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panduan-github/modul/M2-*.md.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panduan-github/modul/M3-*.md.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panduan-github/modul/M4-*.md.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panduan-github/modul/M5-*.md.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panduan-github/modul/M9-*.md.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737360"/>
            <a:ext cx="5669280" cy="5669280"/>
          </a:xfrm>
          <a:prstGeom prst="ellipse">
            <a:avLst/>
          </a:prstGeom>
          <a:solidFill>
            <a:srgbClr val="1E6FD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4FD6E8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DIGITAL TWIN COMMUNITY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GitHub IDTC — Sesi 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akun sampai bertanya dan mencatat usulan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kemampuan pemrograman — seluruh materi dikerjakan lewat peramban.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M1–M5 dan M9  ·  ± 120 menit  ·  Pokja 3 SDM &amp; Ekosistem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sesi 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998878" cy="4023360"/>
          </a:xfrm>
          <a:prstGeom prst="roundRect">
            <a:avLst>
              <a:gd name="adj" fmla="val 457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1938528"/>
            <a:ext cx="457200" cy="45720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542032"/>
            <a:ext cx="15599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IDTC Memakai GitHub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539496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menit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67558" y="1691640"/>
            <a:ext cx="1998878" cy="4023360"/>
          </a:xfrm>
          <a:prstGeom prst="roundRect">
            <a:avLst>
              <a:gd name="adj" fmla="val 457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5302" y="1938528"/>
            <a:ext cx="457200" cy="45720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530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87014" y="2542032"/>
            <a:ext cx="15599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Akun dan Mengamankannya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087014" y="539496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95037" y="1691640"/>
            <a:ext cx="1998878" cy="4023360"/>
          </a:xfrm>
          <a:prstGeom prst="roundRect">
            <a:avLst>
              <a:gd name="adj" fmla="val 457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32781" y="1938528"/>
            <a:ext cx="457200" cy="45720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32781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14493" y="2542032"/>
            <a:ext cx="15599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Menjelajah Repositori IDTC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314493" y="539496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22515" y="1691640"/>
            <a:ext cx="1998878" cy="4023360"/>
          </a:xfrm>
          <a:prstGeom prst="roundRect">
            <a:avLst>
              <a:gd name="adj" fmla="val 457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60259" y="1938528"/>
            <a:ext cx="457200" cy="45720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60259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1971" y="2542032"/>
            <a:ext cx="15599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Bertanya dan Berdiskusi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539496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49994" y="1691640"/>
            <a:ext cx="1998878" cy="4023360"/>
          </a:xfrm>
          <a:prstGeom prst="roundRect">
            <a:avLst>
              <a:gd name="adj" fmla="val 457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7738" y="1938528"/>
            <a:ext cx="457200" cy="45720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8773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769450" y="2542032"/>
            <a:ext cx="15599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Tugas dan Usulan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769450" y="539496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menit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IDTC Memakai GitHub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— Pengamat  ·  15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tiga alasan IDTC memakai GitHub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tiga hal yang bisa dilakukan tanpa kemampuan pemrograman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handbook Pokja sendiri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912364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kolaborasi lewat WhatsApp dan surel: versi tercecer, keputusan hilang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lemari arsip bersama yang mencatat siapa mengubah apa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organisasi idtc-id: handbook, repo keluaran, situs, papan capaian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isi repo adalah dokumen, bukan kode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github.com/idtc-id, temukan handbook Pokja sendiri, buka satu dokumen di dalamnya.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Mengira harus memasang aplikasi dulu — tegaskan semua lewat peramban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organisasi idtc-id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repo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satu handbook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Akun dan Mengamankannya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— Pengamat  ·  20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 akun GitHub aktif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Mengaktifkan autentikasi dua faktor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Bergabung ke organisasi idtc-id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912364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dan verifikasi surel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faktor wajib bagi anggota kementerian/BUMN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aplikasi autentikator &amp; menyimpan kode cadangan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username ke pengurus Pokja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autentikasi dua faktor, simpan kode cadangan, kirim username ke pengurus.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cadangan tak disimpan lalu ponsel hilang — akun tak bisa dipulihkan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salah ketik — undangan tak sampai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pendaftaran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Setelan Password and authentication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kode cadangan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9044" y="532180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069044" y="539496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97060" y="595274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Surel undangan organisasi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Menjelajah Repositori IDTC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— Pengamat  ·  20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fungsi tab Code, Issues, Discussions, Projects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dokumen tertentu di repo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riwayat perubahan berkas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912364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repo: README, folder, berkas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tiap tab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di dalam repo (tombol /)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perubahan lewat History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Temukan dokumen kebijakan data di pokja2-handbook, lihat siapa terakhir mengubahnya.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Tersesat di daftar berkas — ajarkan pakai pencarian lebih dulu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repo beserta tab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pencarian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riwayat perubahan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Bertanya dan Berdiskusi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Peserta  ·  20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369564"/>
            <a:ext cx="47228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Discussion baru pada kategori tepat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Membalas &amp; menandai jawaban yang menyelesaikan pertanyaan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Discussions vs Issues: percakapan terbuka vs pekerjaan konkret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yang tersedia di tiap handbook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Etika: bahasa, mention secukupnya, tanpa data sensitif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Perkenalkan diri pada kategori perkenalan di handbook Pokja sendiri.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dibuat sebagai Issue padahal seharusnya Discussion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Discussions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New discussion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Utas dengan jawaban tertandai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Tugas dan Usulan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Peserta  ·  25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Issue memakai template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label yang tepat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Issue yang sudah selesai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912364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Issue dan kapan dipakai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Issue yang tersedia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standar IDTC dan artinya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Menugaskan orang &amp; menutup Issue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satu Issue usulan di latihan-github, beri label, lalu tutup kembali.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terlalu umum seperti “masalah” — ajarkan judul: objek + tindakan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New issue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template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label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9044" y="532180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069044" y="539496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97060" y="595274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yang sudah tertutup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Main: Data, Lisensi, Keamanan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tingkat  ·  20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Memilah data terbuka, terbatas, rahasia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apa yang tak boleh diunggah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langkah bila data sensitif terlanjur terunggah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683764"/>
            <a:ext cx="47228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kelas data &amp; contohnya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Larangan mutlak: data pribadi, kredensial, data mitra tanpa izin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ukuran berkas 50 MB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Lisensi: dokumen CC BY 4.0, kode MIT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darurat — hapus berkas saja tak cukup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skenario singkat: peserta memutuskan boleh/tidak diunggah dan menjelaskan alasannya.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Mengira repo privat aman untuk data rahasia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klasifikasi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berkas katalog data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4FD6E8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di sini dulu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sudah punya akun aktif dan bergabung ke idtc-id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tahu beda Discussions dan Issues, dan kapan memakai masing-masing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tahu tiga kelas data dan apa yang tidak boleh diunggah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0F2A4D"/>
          </a:solidFill>
          <a:ln w="12700">
            <a:solidFill>
              <a:srgbClr val="1C3C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5074920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SELANJUTNYA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5321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(M6–M8) melanjutkan ke mengubah dokumen, menelaah Pull Request, dan memantau papan capaian — untuk yang akan aktif menyusun dokumen.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Digital Twin Community  ·  idtc-id.github.io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Pelatihan GitHub IDTC — Sesi 1</dc:title>
  <dc:subject>PptxGenJS Presentation</dc:subject>
  <dc:creator>Indonesia Digital Twin Community</dc:creator>
  <cp:lastModifiedBy>Indonesia Digital Twin Community</cp:lastModifiedBy>
  <cp:revision>1</cp:revision>
  <dcterms:created xsi:type="dcterms:W3CDTF">2026-09-26T11:25:43Z</dcterms:created>
  <dcterms:modified xsi:type="dcterms:W3CDTF">2026-09-26T11:25:43Z</dcterms:modified>
</cp:coreProperties>
</file>