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Ingatkan peserta menyalakan laptop dan sudah punya akun GitHub (M2) sebelum sesi dimulai.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waktu ± 75 menit. Sisakan jeda 5-10 menit untuk pertanyaan di setiap dua modul.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Prasyarat: modul sebelumnya. Rujuk manual lengkap di panduan-github/modul/M6-*.md.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Tekankan: main dilindungi, jadi satu-satunya pilihan yang berhasil adalah membuat salinan kerja.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Latihan dikerjakan di repo latihan-github, bukan di repo sungguhan.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Prasyarat: modul sebelumnya. Rujuk manual lengkap di panduan-github/modul/M7-*.md.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Latihan dikerjakan di repo latihan-github, bukan di repo sungguhan.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Prasyarat: modul sebelumnya. Rujuk manual lengkap di panduan-github/modul/M8-*.md.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Latihan dikerjakan di repo latihan-github, bukan di repo sungguhan.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Prasyarat: modul sebelumnya. Rujuk manual lengkap di panduan-github/modul/M9-*.md.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Latihan dikerjakan di repo latihan-github, bukan di repo sungguhan.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737360"/>
            <a:ext cx="5669280" cy="5669280"/>
          </a:xfrm>
          <a:prstGeom prst="ellipse">
            <a:avLst/>
          </a:prstGeom>
          <a:solidFill>
            <a:srgbClr val="1E6FD9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3840480" cy="3840480"/>
          </a:xfrm>
          <a:prstGeom prst="ellipse">
            <a:avLst/>
          </a:prstGeom>
          <a:solidFill>
            <a:srgbClr val="4FD6E8">
              <a:alpha val="1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DIGITAL TWIN COMMUNITY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 GitHub IDTC — Sesi 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dokumen, menelaah, dan memantau capaian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832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perlu kemampuan pemrograman — seluruh materi dikerjakan lewat peramban.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9893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M6–M8 dan M9  ·  ± 95 menit  ·  Pokja 3 SDM &amp; Ekosistem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sesi ini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483864" cy="4023360"/>
          </a:xfrm>
          <a:prstGeom prst="roundRect">
            <a:avLst>
              <a:gd name="adj" fmla="val 2625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" y="1938528"/>
            <a:ext cx="457200" cy="457200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77824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542032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Dokumen Lewat Peramban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539496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menit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52544" y="1691640"/>
            <a:ext cx="3483864" cy="4023360"/>
          </a:xfrm>
          <a:prstGeom prst="roundRect">
            <a:avLst>
              <a:gd name="adj" fmla="val 2625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0288" y="1938528"/>
            <a:ext cx="457200" cy="457200"/>
          </a:xfrm>
          <a:prstGeom prst="ellipse">
            <a:avLst/>
          </a:prstGeom>
          <a:solidFill>
            <a:srgbClr val="6B4F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028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542032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Menelaah dan Menggabungkan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539496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menit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65008" y="1691640"/>
            <a:ext cx="3483864" cy="4023360"/>
          </a:xfrm>
          <a:prstGeom prst="roundRect">
            <a:avLst>
              <a:gd name="adj" fmla="val 2625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02752" y="1938528"/>
            <a:ext cx="457200" cy="457200"/>
          </a:xfrm>
          <a:prstGeom prst="ellipse">
            <a:avLst/>
          </a:prstGeom>
          <a:solidFill>
            <a:srgbClr val="6B4F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02752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84464" y="2542032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Memantau Capaian Lewat Project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284464" y="5394960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menit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Dokumen Lewat Peramban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— Kontributor  ·  30 menit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71516" cy="4160520"/>
          </a:xfrm>
          <a:prstGeom prst="roundRect">
            <a:avLst>
              <a:gd name="adj" fmla="val 2198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901952"/>
            <a:ext cx="47228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140964"/>
            <a:ext cx="47228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satu berkas Markdown lewat peramban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Mengajukan perubahan sebagai Pull Request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mengapa perubahan tak langsung masuk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691640"/>
            <a:ext cx="5271516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69964" y="1901952"/>
            <a:ext cx="47228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POKOK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569964" y="2683764"/>
            <a:ext cx="47228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 pensil dan mode Preview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sebagai salinan kerja, bukan langsung ke main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main dilindungi &amp; apa akibatnya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judul &amp; keterangan PR yang jelas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Menanggapi komentar penelaah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mengubah dokumen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langkah dari klik pensil sampai menunggu telaah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911096"/>
            <a:ext cx="438912" cy="438912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911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865376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ikon pensil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157984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berkas yang ingin diubah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633472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807208"/>
            <a:ext cx="438912" cy="438912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807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761488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lalu tekan Preview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054096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memeriksa hasil format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529584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703320"/>
            <a:ext cx="438912" cy="438912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703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65760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“Create a new branch…”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950208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simpan langsung ke main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425696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599432"/>
            <a:ext cx="438912" cy="438912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4599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553712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judul &amp; keterangan PR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8463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apa dan mengapa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321808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5495544"/>
            <a:ext cx="438912" cy="438912"/>
          </a:xfrm>
          <a:prstGeom prst="ellipse">
            <a:avLst/>
          </a:prstGeom>
          <a:solidFill>
            <a:srgbClr val="E8622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495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5449824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Create pull request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600200" y="5742432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lalu tunggu telaah (M7)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&amp; yang perlu diwaspadai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108924" cy="1874520"/>
          </a:xfrm>
          <a:prstGeom prst="roundRect">
            <a:avLst>
              <a:gd name="adj" fmla="val 4878"/>
            </a:avLst>
          </a:prstGeom>
          <a:solidFill>
            <a:srgbClr val="EDF4FF"/>
          </a:solidFill>
          <a:ln w="12700">
            <a:solidFill>
              <a:srgbClr val="CBDD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883664"/>
            <a:ext cx="556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157984"/>
            <a:ext cx="55602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Perbaiki satu kalimat di latihan-github dan ajukan sebagai Pull Request.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6108924" cy="2103120"/>
          </a:xfrm>
          <a:prstGeom prst="roundRect">
            <a:avLst>
              <a:gd name="adj" fmla="val 4348"/>
            </a:avLst>
          </a:prstGeom>
          <a:solidFill>
            <a:srgbClr val="FFF4EC"/>
          </a:solidFill>
          <a:ln w="12700">
            <a:solidFill>
              <a:srgbClr val="F5D6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931920"/>
            <a:ext cx="556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4224528"/>
            <a:ext cx="55602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simpan langsung ke main lalu ditolak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Judul PR kosong atau teks bawaan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tekan Preview — format berantakan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069044" y="1691640"/>
            <a:ext cx="4479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YANG DIBUTUHKAN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069044" y="202996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7069044" y="210312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197060" y="266090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 pensil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69044" y="312724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7069044" y="320040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197060" y="375818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Preview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69044" y="422452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7069044" y="429768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197060" y="485546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Commit changes + buat salinan kerja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69044" y="532180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7069044" y="539496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197060" y="595274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Formulir Pull Request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Menelaah dan Menggabungkan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— Pengelola  ·  25 menit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71516" cy="4160520"/>
          </a:xfrm>
          <a:prstGeom prst="roundRect">
            <a:avLst>
              <a:gd name="adj" fmla="val 2198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901952"/>
            <a:ext cx="47228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140964"/>
            <a:ext cx="47228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 komentar pada baris tertentu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Menyetujui atau meminta perbaikan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Menggabungkan sesuai aturan IDTC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691640"/>
            <a:ext cx="5271516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69964" y="1901952"/>
            <a:ext cx="47228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POKOK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569964" y="2683764"/>
            <a:ext cx="47228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tab Files changed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 per baris &amp; saran perubahan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 Approve vs Request changes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approval umum, 2 untuk standar-dan-panduan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 and merge &amp; alasannya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&amp; yang perlu diwaspadai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108924" cy="1874520"/>
          </a:xfrm>
          <a:prstGeom prst="roundRect">
            <a:avLst>
              <a:gd name="adj" fmla="val 4878"/>
            </a:avLst>
          </a:prstGeom>
          <a:solidFill>
            <a:srgbClr val="EDF4FF"/>
          </a:solidFill>
          <a:ln w="12700">
            <a:solidFill>
              <a:srgbClr val="CBDD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883664"/>
            <a:ext cx="556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157984"/>
            <a:ext cx="55602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Telaah PR rekan di latihan-github, beri satu komentar baris, lalu gabungkan.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6108924" cy="2103120"/>
          </a:xfrm>
          <a:prstGeom prst="roundRect">
            <a:avLst>
              <a:gd name="adj" fmla="val 4348"/>
            </a:avLst>
          </a:prstGeom>
          <a:solidFill>
            <a:srgbClr val="FFF4EC"/>
          </a:solidFill>
          <a:ln w="12700">
            <a:solidFill>
              <a:srgbClr val="F5D6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931920"/>
            <a:ext cx="556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4224528"/>
            <a:ext cx="55602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Menyetujui tanpa membaca perubahan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Menggabungkan padahal percakapan belum selesai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069044" y="1691640"/>
            <a:ext cx="4479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YANG DIBUTUHKAN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069044" y="202996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7069044" y="210312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197060" y="266090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Files changed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69044" y="312724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7069044" y="320040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197060" y="375818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Kotak komentar baris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69044" y="422452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7069044" y="429768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197060" y="485546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Review changes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69044" y="532180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7069044" y="539496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197060" y="595274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Squash and merge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Memantau Capaian Lewat Project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— Pengelola  ·  20 menit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71516" cy="4160520"/>
          </a:xfrm>
          <a:prstGeom prst="roundRect">
            <a:avLst>
              <a:gd name="adj" fmla="val 2198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901952"/>
            <a:ext cx="47228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140964"/>
            <a:ext cx="47228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papan Capaian IDTC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Menyaring kartu menurut Pokja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Memperbarui status kartu miliknya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691640"/>
            <a:ext cx="5271516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69964" y="1901952"/>
            <a:ext cx="47228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4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POKOK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569964" y="2912364"/>
            <a:ext cx="47228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 Capaian IDTC 2026-2029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Field: Status, Pokja, Jenis, Target, Tahap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Papan, Per Pokja, Linimasa, Butuh perhatian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Kartu = Issue: menutup Issue memindahkan kartunya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&amp; yang perlu diwaspadai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108924" cy="1874520"/>
          </a:xfrm>
          <a:prstGeom prst="roundRect">
            <a:avLst>
              <a:gd name="adj" fmla="val 4878"/>
            </a:avLst>
          </a:prstGeom>
          <a:solidFill>
            <a:srgbClr val="EDF4FF"/>
          </a:solidFill>
          <a:ln w="12700">
            <a:solidFill>
              <a:srgbClr val="CBDD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883664"/>
            <a:ext cx="556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157984"/>
            <a:ext cx="55602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papan capaian, saring menurut Pokja sendiri, perbarui satu kartu.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6108924" cy="2103120"/>
          </a:xfrm>
          <a:prstGeom prst="roundRect">
            <a:avLst>
              <a:gd name="adj" fmla="val 4348"/>
            </a:avLst>
          </a:prstGeom>
          <a:solidFill>
            <a:srgbClr val="FFF4EC"/>
          </a:solidFill>
          <a:ln w="12700">
            <a:solidFill>
              <a:srgbClr val="F5D6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931920"/>
            <a:ext cx="556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4224528"/>
            <a:ext cx="5560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kartu tanpa memperbarui Issue aslinya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069044" y="1691640"/>
            <a:ext cx="4479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YANG DIBUTUHKAN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069044" y="202996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7069044" y="210312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197060" y="266090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papan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69044" y="312724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7069044" y="320040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197060" y="375818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tabel per Pokja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69044" y="422452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7069044" y="429768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197060" y="485546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detail satu kartu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Main: Data, Lisensi, Keamanan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tingkat  ·  20 menit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71516" cy="4160520"/>
          </a:xfrm>
          <a:prstGeom prst="roundRect">
            <a:avLst>
              <a:gd name="adj" fmla="val 2198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901952"/>
            <a:ext cx="47228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140964"/>
            <a:ext cx="47228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Memilah data terbuka, terbatas, rahasia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Menyebutkan apa yang tak boleh diunggah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Mengetahui langkah bila data sensitif terlanjur terunggah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691640"/>
            <a:ext cx="5271516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69964" y="1901952"/>
            <a:ext cx="47228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POKOK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569964" y="2683764"/>
            <a:ext cx="472287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kelas data &amp; contohnya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Larangan mutlak: data pribadi, kredensial, data mitra tanpa izin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ukuran berkas 50 MB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Lisensi: dokumen CC BY 4.0, kode MIT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darurat — hapus berkas saja tak cukup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&amp; yang perlu diwaspadai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108924" cy="1874520"/>
          </a:xfrm>
          <a:prstGeom prst="roundRect">
            <a:avLst>
              <a:gd name="adj" fmla="val 4878"/>
            </a:avLst>
          </a:prstGeom>
          <a:solidFill>
            <a:srgbClr val="EDF4FF"/>
          </a:solidFill>
          <a:ln w="12700">
            <a:solidFill>
              <a:srgbClr val="CBDD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883664"/>
            <a:ext cx="556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157984"/>
            <a:ext cx="55602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skenario singkat: peserta memutuskan boleh/tidak diunggah dan menjelaskan alasannya.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6108924" cy="2103120"/>
          </a:xfrm>
          <a:prstGeom prst="roundRect">
            <a:avLst>
              <a:gd name="adj" fmla="val 4348"/>
            </a:avLst>
          </a:prstGeom>
          <a:solidFill>
            <a:srgbClr val="FFF4EC"/>
          </a:solidFill>
          <a:ln w="12700">
            <a:solidFill>
              <a:srgbClr val="F5D6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931920"/>
            <a:ext cx="5560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4224528"/>
            <a:ext cx="5560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Mengira repo privat aman untuk data rahasia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069044" y="1691640"/>
            <a:ext cx="4479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TANGKAPAN LAYAR YANG DIBUTUHKAN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069044" y="202996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7069044" y="210312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197060" y="266090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klasifikasi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69044" y="3127248"/>
            <a:ext cx="447982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DCE5F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7069044" y="3200400"/>
            <a:ext cx="44798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197060" y="3758184"/>
            <a:ext cx="4223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berkas katalog data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4FD6E8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4630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Sampai di sini dulu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3172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D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bisa mengubah dokumen lewat peramban dan mengajukannya sebagai Pull Request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D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bisa menelaah, memberi komentar baris, dan menggabungkan sesuai aturan IDTC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D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bisa membaca dan memperbarui papan Capaian IDTC 2026-2029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89204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0F2A4D"/>
          </a:solidFill>
          <a:ln w="12700">
            <a:solidFill>
              <a:srgbClr val="1C3C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5074920"/>
            <a:ext cx="10360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SELANJUTNYA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5321808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Praktikkan di repo latihan-github dulu sebelum menyentuh repo sungguhan. Pertanyaan lanjutan: kategori Tanya jawab di handbook Pokja Anda.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3550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Digital Twin Community  ·  idtc-id.github.io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Pelatihan GitHub IDTC — Sesi 2</dc:title>
  <dc:subject>PptxGenJS Presentation</dc:subject>
  <dc:creator>Indonesia Digital Twin Community</dc:creator>
  <cp:lastModifiedBy>Indonesia Digital Twin Community</cp:lastModifiedBy>
  <cp:revision>1</cp:revision>
  <dcterms:created xsi:type="dcterms:W3CDTF">2026-09-26T11:25:44Z</dcterms:created>
  <dcterms:modified xsi:type="dcterms:W3CDTF">2026-09-26T11:25:44Z</dcterms:modified>
</cp:coreProperties>
</file>